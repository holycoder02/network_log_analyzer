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Network Log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Security Monitoring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What is Network Log Analyzer?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🔍 A Django web application for analyzing network logs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🚨 Detects suspicious activity in website traffic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🛡️ Identifies security threats automatically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📊 Provides a dashboard for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✅ Upload &amp; Analyze Log Files - Process text/log files automatically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✅ Alert System - Detect suspicious IPs and activity patterns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✅ User Accounts - Secure login and registration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✅ Dashboard - View all detected threats and analytics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✅ Privacy Protected - Users only see their own logs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3 Types of Security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🔴 Too Many Requests: IP made &gt; 5 requests (possible bot attack)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❌ Failed Logins (401): Failed authentication attempts (password guessing)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🚫 Forbidden Access (403): Attempt to access restricted resources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📦 Core App - Main log analysis engine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  • analyzer.py - Detects suspicious activity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  • views.py - Controls upload and dashboard pages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👥 Users App - Authentication and user management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  • Login/Register functionality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🗄️ Database - Stores users and uploaded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How the Analyzer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1️⃣ Read log file and extract IP addresses using regex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2️⃣ Count requests per IP address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3️⃣ Identify suspicious patterns (too many, 401, 403)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4️⃣ Generate and display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Log File Format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192.168.1.1 - - [21/Apr/2026:10:15:30] "GET /index HTTP/1.1" 200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192.168.1.1 - - [21/Apr/2026:10:15:31] "POST /login HTTP/1.1" 401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192.168.1.2 - - [21/Apr/2026:10:15:32] "GET /admin HTTP/1.1" 403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✓ Supports Apache and Nginx log formats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Installation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1. Create virtual environment: python -m venv venv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2. Activate: source venv/bin/activate (or venv\Scripts\activate on Windows)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3. Install Django: pip install django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4. Run migrations: python manage.py migrate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5. Create admin user: python manage.py createsuperuser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How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1. Register an account at /users/register/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2. Login with your credentials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3. Upload a network log file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4. System automatically analyzes and shows alerts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5. View all analysis in the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�� Backend: Python 3.9+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🌐 Framework: Django Web Framework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🗄️ Database: SQLite (development)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🔐 Authentication: Django User Authentication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🎨 Frontend: HTML, CSS, Bootstrap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🔐 User authentication required to access features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📝 Each user can only see their own uploaded logs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🛡️ Automatic detection of common attack patterns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⚠️ Currently for educational purposes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🚀 Ready for enhancement with more security features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500"/>
              </a:spcBef>
              <a:spcAft>
                <a:spcPts val="1500"/>
              </a:spcAft>
              <a:defRPr sz="4400" b="1">
                <a:solidFill>
                  <a:srgbClr val="FFFFFF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🚫 IP Blocking - Automatically ban suspicious IPs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📧 Email Alerts - Notify users of threats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📈 Charts &amp; Graphs - Visualize attack patterns over time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📄 Export Reports - Download PDF security reports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2C3E50"/>
                </a:solidFill>
              </a:defRPr>
            </a:pPr>
            <a:r>
              <a:t>🔄 Real-time Monitoring - Watch live traffic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Network Log Analyzer - Security Made Simple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